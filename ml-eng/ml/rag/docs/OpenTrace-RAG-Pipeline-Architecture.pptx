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2F0E9"/>
                </a:solidFill>
                <a:latin typeface="Calibri"/>
              </a:rPr>
              <a:t>OpenTrace RAG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5AC"/>
                </a:solidFill>
                <a:latin typeface="Calibri"/>
              </a:rPr>
              <a:t>Version 2.0  ·  Data pipelines → vector store &amp; BigQuery → query-time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Generated 2026-08-15  ·  ml/rag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Data pipelines — how unstructured and structured sources land in stores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Vector store — six Qdrant corpora, ingest ERD, hybrid-ready indexes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BigQuery — staging_dev as the RAG SQL surface (not silver/gold at query time)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Query-time RAG — control plane → vector + BQ legs → merge → generate → ACF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Takeaways for product and engineering audiences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Co-equal retrieval: six Qdrant text corpora (unstructured) and BigQuery staging_dev (structured).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Orchestrate via LangGraph in ml/rag/chatbot/graph.py — vector parallel_retrieve then BQ reason/retrieve, both legs merge.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Control plane: query enricher (memory) → decompose → Africa panel/ranking → agri measure ontology → task_mode.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Ontology aids the BQ SQL reasoner (scoped tables/filters); does not replace the LLM; fallback only after retries.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Retrieval uses the latest user message (enriched if elliptical); chat memory affects generation and enricher.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System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Actors, LangGraph, and external services — Qdrant and BigQuery as peer retrieval backends.</a:t>
            </a:r>
          </a:p>
        </p:txBody>
      </p:sp>
      <p:pic>
        <p:nvPicPr>
          <p:cNvPr id="6" name="Picture 5" descr="system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706" y="1188720"/>
            <a:ext cx="757028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097280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0E9"/>
                </a:solidFill>
                <a:latin typeface="Calibri"/>
              </a:rPr>
              <a:t>Data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5AC"/>
                </a:solidFill>
                <a:latin typeface="Calibri"/>
              </a:rPr>
              <a:t>Offline paths that fill Qdrant and BigQuery before any user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Two retrieval stores (co-equal)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394960" cy="4937760"/>
          </a:xfrm>
          <a:prstGeom prst="roundRect">
            <a:avLst/>
          </a:prstGeom>
          <a:solidFill>
            <a:srgbClr val="1A2B22"/>
          </a:solidFill>
          <a:ln>
            <a:solidFill>
              <a:srgbClr val="2A3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Unstructured → Qdrant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News, academic papers, policies, public reports, formation, OTA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Drive / JSONL → preprocess → chunk → embed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Dense E5 + optional BM25 sparse (hybrid RRF at query time)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Payload indexes: geo, time, doc_kind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394960" cy="4937760"/>
          </a:xfrm>
          <a:prstGeom prst="roundRect">
            <a:avLst/>
          </a:prstGeom>
          <a:solidFill>
            <a:srgbClr val="1A2B22"/>
          </a:solidFill>
          <a:ln>
            <a:solidFill>
              <a:srgbClr val="2A3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9E6B"/>
                </a:solidFill>
                <a:latin typeface="Calibri"/>
              </a:rPr>
              <a:t>Structured → BigQuery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Warehouse layers feed staging tables used by RAG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Live SQL targets staging_dev only (never silver/gold)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YAML catalog + measure ontology scope the reasoner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2F0E9"/>
                </a:solidFill>
                <a:latin typeface="Calibri"/>
              </a:rPr>
              <a:t>•  Validated SELECT + LIMIT; templates / patterns / NL2SQL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Vector ingest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Google Drive sync (ingestion/gdrive) or local files → text_processors/preprocess.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JSONL under ml-eng/data/local/preprocessed_data/ (news, research, ota).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Chunk IDs: UUID5 from chunking_config.CHUNK_ID_NAMESPACE.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Loaders upsert to Qdrant; ingest_manifest.json tracks content_hash for incremental skip.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Collection specs: scripts/qdrant_collection_specs.py (vectors, payload indexes).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5AC"/>
                </a:solidFill>
                <a:latin typeface="Calibri"/>
              </a:rPr>
              <a:t>See ingest ERD on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Ingest and vector store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Offline document → chunk → Qdrant pipeline.</a:t>
            </a:r>
          </a:p>
        </p:txBody>
      </p:sp>
      <p:pic>
        <p:nvPicPr>
          <p:cNvPr id="6" name="Picture 5" descr="ingest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78" y="1188720"/>
            <a:ext cx="279233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Six Qdrant corpora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Collections, doc_kind, and RAGGraphState vector_* fields.</a:t>
            </a:r>
          </a:p>
        </p:txBody>
      </p:sp>
      <p:pic>
        <p:nvPicPr>
          <p:cNvPr id="6" name="Picture 5" descr="six_corp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1485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Six Qdrant corpora (defaults)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news → news_data — Timely journalism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academic_papers → academic_papers — Peer-reviewed research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policies → policies — Policy documents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public_reports → public_reports — Institutional reports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formation → formation — Training / farmer practice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ota → OTA_insights — Analyst insights (triple vectors)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BigQuery data path for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Upstream bronze / silver / gold pipelines remain the warehouse source of truth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RAG query surface is BQ_DATASET_SILVER (default staging_dev) — staging tables only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Table contracts live under bq_tables_yaml_files/ (columns, joins, sample filters)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Measure ontology maps food security, yield, prices, GDP, etc. to candidate tables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Vector chunks may describe other layers; live SQL never queries them directly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Infrastructure (services)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External services invoked by LangGraph.</a:t>
            </a:r>
          </a:p>
        </p:txBody>
      </p:sp>
      <p:pic>
        <p:nvPicPr>
          <p:cNvPr id="6" name="Picture 5" descr="infra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51402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097280" cy="109728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2F0E9"/>
                </a:solidFill>
                <a:latin typeface="Calibri"/>
              </a:rPr>
              <a:t>Query-time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5AC"/>
                </a:solidFill>
                <a:latin typeface="Calibri"/>
              </a:rPr>
              <a:t>LangGraph: control plane → vector leg → BQ leg → merge → generate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Entry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CLI, FastAPI, Chatbot v1, and Streamlit routes into run_rag / LangGraph.</a:t>
            </a:r>
          </a:p>
        </p:txBody>
      </p:sp>
      <p:pic>
        <p:nvPicPr>
          <p:cNvPr id="6" name="Picture 5" descr="entry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688" y="1188720"/>
            <a:ext cx="94143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Full LangGraph (E2E)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Start-to-finish graph with vector and BQ retrieval legs into merge.</a:t>
            </a:r>
          </a:p>
        </p:txBody>
      </p:sp>
      <p:pic>
        <p:nvPicPr>
          <p:cNvPr id="6" name="Picture 5" descr="runtim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28" y="1188720"/>
            <a:ext cx="914243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Enricher → decompose → Africa scope → measure ontology → task_mode → route.</a:t>
            </a:r>
          </a:p>
        </p:txBody>
      </p:sp>
      <p:pic>
        <p:nvPicPr>
          <p:cNvPr id="6" name="Picture 5" descr="control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77" y="1188720"/>
            <a:ext cx="14565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Measure ontology (BQ aid)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resolve_measure → reasoner_scope → LLM reasoner retries → ontology fallback last resort.</a:t>
            </a:r>
          </a:p>
        </p:txBody>
      </p:sp>
      <p:pic>
        <p:nvPicPr>
          <p:cNvPr id="6" name="Picture 5" descr="measure_ont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285" y="1188720"/>
            <a:ext cx="441512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Corpus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select_corpora gates which of six Qdrant collections to query (max soft-skip 3).</a:t>
            </a:r>
          </a:p>
        </p:txBody>
      </p:sp>
      <p:pic>
        <p:nvPicPr>
          <p:cNvPr id="6" name="Picture 5" descr="corpus_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457" y="1188720"/>
            <a:ext cx="178478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Vector retrieve (per-corpus cascade)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E5 embed → filters → hybrid RRF → filter cascade → vector_*_results.</a:t>
            </a:r>
          </a:p>
        </p:txBody>
      </p:sp>
      <p:pic>
        <p:nvPicPr>
          <p:cNvPr id="6" name="Picture 5" descr="vector_retrie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571" y="1188720"/>
            <a:ext cx="166855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BigQuery retrieve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Ontology-scoped reason → templates/NL2SQL → execute → enrich/cache.</a:t>
            </a:r>
          </a:p>
        </p:txBody>
      </p:sp>
      <p:pic>
        <p:nvPicPr>
          <p:cNvPr id="6" name="Picture 5" descr="bq_retrieve_sub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268" y="1188720"/>
            <a:ext cx="571715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Merge and rerank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Fuse vector chunks + BQ rows; pin BQ for fact/analytical; cross-encoder rerank.</a:t>
            </a:r>
          </a:p>
        </p:txBody>
      </p:sp>
      <p:pic>
        <p:nvPicPr>
          <p:cNvPr id="6" name="Picture 5" descr="merge_re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848" y="1188720"/>
            <a:ext cx="218999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Generation and ACF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Pack vector+BQ context → persona/recency → LLM → citations → ACF Path B.</a:t>
            </a:r>
          </a:p>
        </p:txBody>
      </p:sp>
      <p:pic>
        <p:nvPicPr>
          <p:cNvPr id="6" name="Picture 5" descr="generate_acf_sub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656" y="1188720"/>
            <a:ext cx="528838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Plan tiers and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plan_type gates, category personas, investor overlay, recency tiers.</a:t>
            </a:r>
          </a:p>
        </p:txBody>
      </p:sp>
      <p:pic>
        <p:nvPicPr>
          <p:cNvPr id="6" name="Picture 5" descr="plan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55680" cy="38436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2F0E9"/>
                </a:solidFill>
                <a:latin typeface="Calibri"/>
              </a:rPr>
              <a:t>Runtime domain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5AC"/>
                </a:solidFill>
                <a:latin typeface="Calibri"/>
              </a:rPr>
              <a:t>Query-time session, state, and generation entities.</a:t>
            </a:r>
          </a:p>
        </p:txBody>
      </p:sp>
      <p:pic>
        <p:nvPicPr>
          <p:cNvPr id="6" name="Picture 5" descr="runtime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090" y="1188720"/>
            <a:ext cx="531551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Vector and BigQuery are peer retrieval legs that fuse at merge — not SQL-only RAG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Offline ingest fills six Qdrant corpora; query-time SQL stays on staging_dev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Control plane (enrich → decompose → ontology → task_mode) routes clarify vs full_rag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ACF Path B scores cited OpenTrace evidence only (0–100); empty cites → no evidence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LLM steps fail soft — heuristics / ontology fallbacks keep the graph from crashing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9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0E9"/>
                </a:solidFill>
                <a:latin typeface="Calibri"/>
              </a:rPr>
              <a:t>Regenerate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From ml-eng/:  python scripts/generate_rag_architecture_pptx.py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Skip Mermaid re-render:  python scripts/generate_rag_architecture_pptx.py --skip-render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Also available: generate_rag_architecture_pdf.py  ·  generate_rag_architecture_docx.py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Output:  ml/rag/docs/OpenTrace-RAG-Pipeline-Architecture.pptx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F0E9"/>
                </a:solidFill>
                <a:latin typeface="Calibri"/>
              </a:rPr>
              <a:t>•  Content version: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